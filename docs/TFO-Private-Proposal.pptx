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8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Proposal &amp;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Blueprint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specialist brands. One seamless standard.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runway to road.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presentation  ·  Live demo + scope + investment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we’ll walk through today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ecosystem was designed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8470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thinking behind three sites under one luxury standard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377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670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Topology, booking journey, and design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included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4930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work, support, and domain transition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4023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43159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pricing and friendship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846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5138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path to launch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came up with this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building screens, I mapped the business as one luxury ecosystem — then designed each brand as a specialist house under TFO Private.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One journey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move from aircraft to chauffeur. The digital experience should feel connected — without mixing the brands into one confusing 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Three clear houses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= umbrella. Jets = aviation. Limousine = ground. Each site has its own job, voice, and conversion path.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51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Blueprint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documented topology, booking flow, components, design tokens, and data shapes — so the build follows a clear system, not random pages.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4023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251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Luxury by restraint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Basalt + champagne, editorial type, calm motion, and a story-style booking ritual — premium without noise.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828800"/>
            <a:ext cx="4754880" cy="365760"/>
          </a:xfrm>
          <a:prstGeom prst="roundRect">
            <a:avLst>
              <a:gd name="adj" fmla="val 37500"/>
            </a:avLst>
          </a:prstGeom>
          <a:solidFill>
            <a:srgbClr val="292524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UI/UX ARCHITECT  ·  SYSTEM BLUEPRINT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Multi-Site Digital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integrating Iceland Limousine (ground) and TFO Jets (aviation) under a unified “From Runway to Road” luxury portal.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thinking layer behind the live demo.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 I designed before shipping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C1017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5727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Topology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874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3 sites relate and route guests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328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4414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UX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743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chauffeur booking ritual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015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3101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611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building blocks across brands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702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1788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type, and luxury visual rules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1389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50474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Shapes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5349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booking / enquiry carries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ECOSYSTEM TOPOLOGY &amp; LAYOUTS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Multi-site sitemap &amp; routing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C5A88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0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 PORTAL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TFO Private Landing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High-converting luxury umbrella brand. Merges private aviation and VIP ground into one synchronized experience.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Hero — “The Journey, Handled”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4 Global Trust Indicators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Dual Split-Card Navigation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Runway-to-Road Simulator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508760"/>
            <a:ext cx="233172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536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SUB-SITE 1 · GROUND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Iceland Limousine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Modernized VIP ground platform — interactive luxury booking instead of flat legacy pages.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Step-by-step Booking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AWD Iceland Fleet Specs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Private Day Tours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KEF / BIRK Tarmac Escort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1325880"/>
            <a:ext cx="3657600" cy="4754880"/>
          </a:xfrm>
          <a:prstGeom prst="roundRect">
            <a:avLst>
              <a:gd name="adj" fmla="val 2000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508760"/>
            <a:ext cx="233172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1536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SUB-SITE 2 · AVIATION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TFO Jets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2514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jet charters, transatlantic ferry flights, and oceanic flight dispatch operations.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Route Distance Estimator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Oceanic Ferry Logistics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572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ULR &amp; Light Jet Focus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Crew Placement Support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STRUCTURE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continuity across runway and road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guest experience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 and journey details can travel with the guest across aviation and ground — discreet, not fragmented.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6459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965960"/>
            <a:ext cx="502920" cy="502920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574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brand switching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8404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between Private, Jets, and Limousine feels seamless — no broken flow, no lost enquiry mid-way.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0C10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1965960"/>
            <a:ext cx="502920" cy="502920"/>
          </a:xfrm>
          <a:prstGeom prst="ellipse">
            <a:avLst/>
          </a:prstGeom>
          <a:solidFill>
            <a:srgbClr val="C5A880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0574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27432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pricing language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49640" y="38404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multi-currency presentation (USD, EUR, GBP, ISK) so international guests always know what they’re looking at.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CHAUFFEUR BOOKING UX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Iceland Limousine — booking as a 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long form, guests move through a calm, guided ritual.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tone — Iceland story, one step at a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car suited to the terrain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Transfer, hourly hire, or day tour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date &amp; time on the calendar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3440" y="4892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where, and special requests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58200" y="4892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issued — concierge follows up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LUXURY DESIGN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language shared across all three sites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080B0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#080B0E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Icelandic Basalt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C5A88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B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#C5A880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Champagne Gold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0D12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#0D1219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Container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81160" y="146304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61E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#161E2A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64040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/ Hover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Cormorant Garamond / Cinzel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headlines for a private-house feel.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7947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&amp; UI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Jakarta Sans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readable interface type for booking and navigation.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included in the package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3 websites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Private, TFO Jets, and Iceland Limousine — full design &amp; build, mobile-ready, production deployment.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31089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 post-deployment support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520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minor changes + 1 major change included. After that, further work is charged separately.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03120" y="4526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transition (old → new)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49377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moving to the new websites. Client provides domain access/approval so we complete the switch together.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 pricing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6583680" cy="4114800"/>
          </a:xfrm>
          <a:prstGeom prst="roundRect">
            <a:avLst>
              <a:gd name="adj" fmla="val 1778"/>
            </a:avLst>
          </a:prstGeom>
          <a:solidFill>
            <a:srgbClr val="12100E"/>
          </a:solidFill>
          <a:ln w="12700">
            <a:solidFill>
              <a:srgbClr val="C5A8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INVESTMENT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ISK 1,800,000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₱900,000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ecosystem delivery for all three websites — Private, Jets, and Iceland Limousine.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46304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18120" y="2240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per site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 2,400,000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1812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₱1,200,000 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(3 sites)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3474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 7,200,000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18120" y="3931920"/>
            <a:ext cx="347472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package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 1,800,000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18120" y="4892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 rate for all 3 sites.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 720,000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approval / kickoff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confirmed and delivery locked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 720,000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staging sign-off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4114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reviewed and accepted before launch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0B0F1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 360,000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go-live &amp; domain switch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4114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 live on chosen domain(s)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Monday to launch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live demo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Private, Jets, and Limousine — including the booking story.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514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 &amp; investment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package: ISK 1,800,000 for the full ecosystem.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338328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611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domain access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registrar details when ready so transition can be scheduled.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4480560"/>
            <a:ext cx="96012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A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live, then begin the 3-month support window.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5A8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when you are.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brands. One ecosystem. Built with intention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blueprint to live demo.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A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FROM RUNWAY TO ROAD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TFO PRIVATE  ·  CONFIDENTIAL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TFO Private — Project Proposal &amp; Architecture</dc:title>
  <dc:subject>Monday client presentation</dc:subject>
  <dc:creator>TFO Private Delivery</dc:creator>
  <cp:lastModifiedBy>TFO Private Delivery</cp:lastModifiedBy>
  <cp:revision>1</cp:revision>
  <dcterms:created xsi:type="dcterms:W3CDTF">2026-08-27T02:34:12Z</dcterms:created>
  <dcterms:modified xsi:type="dcterms:W3CDTF">2026-08-27T02:34:12Z</dcterms:modified>
</cp:coreProperties>
</file>